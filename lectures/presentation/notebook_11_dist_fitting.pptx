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התאמת התפלגויות לנתונים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מאיפה מביאים את התפלגויות הקלט של הסימולציה — ועד כמה זה משנה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11 · Distribution fitting‬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הבעיה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הסימולציה צריכה התפלגויות של זמני הגעה ושירות. בפועל יש לנו רק נתונים.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שלוש גישות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התאמה פרמטרית, ההתפלגות האמפירית, והתאמת התפלגות פאזה בעזרת אלגוריתם.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נתונים מהתפלגות שאנחנו מכירים — כדי שנוכל לבדוק כל שיטה.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השורה התחתונה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עד כמה ההתאמה משנה את תוצאות הסימולציה של התור?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‪Call-center data‬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נתונים אמיתיים: משכי שיחות במוקד שירות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l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50" y="1828800"/>
            <a:ext cx="804939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אלו הנתונים שיש לנו ביד. כ-11% מהשיחות קצרות מ-5 שניות — שווה לברר מה הן לפני שמתאימים התפלגות.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‪Three approaches‬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שלוש דרכים להפוך נתונים להתפלגות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התאמה פרמטרית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מניחים משפחה של התפלגויות, ואומדים את הפרמטרים שלה בסטטיסטיקה קלאסית.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האמפירית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לוקחים את כל הערכים שנמדדו, ובכל פעם מגרילים אחד מהם.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פאזה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אלגוריתם שמוצא את הפרמטרים של התפלגות פאזה שהכי מתאימה לנתונים.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‪A controlled example‬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דוגמה: נתונים שאנחנו יודעים מאיפה באו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11 · התאמת התפלגויות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‪True distribution: PH with 43 phases · mean 1 · SCV 0.29‬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50,000 זמני שירות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u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9" y="1828800"/>
            <a:ext cx="796257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כאן אנחנו יודעים מה ההתפלגות האמיתית — שני שיאים. כך אפשר לבדוק כמה טובה כל שיטת התאמה.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‪Parametric fit · maximum likelihood‬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גישה 1: מניחים התפלגות מעריכית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p_m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3080"/>
            <a:ext cx="10972800" cy="10926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058576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86008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פרמטר אחד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להתפלגות מעריכית יש רק קצב — וצריך לאמוד רק אותו.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0136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37568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האומד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אחד חלקי ממוצע המדגם. זה גם אומד הנראות המקסימלית.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61696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89128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בדוגמה שלנו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ממוצע המדגם הוא 1.001, ולכן הקצב שנאמד קרוב מאוד ל-1.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‪Exponential fit vs. data‬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ההתאמה המעריכית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p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9" y="1828800"/>
            <a:ext cx="796257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התוחלת נכונה — אבל הצורה לא. אין שני שיאים, ומקדם השונות הוא 1 במקום 0.29.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‪Empirical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גישה 2: ההתפלגות האמפירית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בכל פעם שהסימולציה צריכה זמן שירות — מגרילים אחד מהערכים שנמדדו בעבר.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היתרון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אין שום הנחה על צורת ההתפלגות. הנתונים מדברים בעד עצמם.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החיסרון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 אפשר לקבל ערך שלא נראה בעבר — בפרט ערך גדול מהמקסימום שנמדד.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ולכן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התוצאות קשורות חזק למדגם הספציפי, ויכולות להיות מוטות כשיש מעט נתונים.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‪Expectation–Maximization‬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גישה 3: התאמת התפלגות פאזה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11 · התאמת התפלגויות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‪EM for phase-type distributions‬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אלגוריתם ההתאמה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‪Expectation–Maximization‬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אלגוריתם איטרטיבי שמחפש את התפלגות הפאזה עם הנראות הגבוהה ביותר.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הקלט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הנתונים, ומספר השלבים של התפלגות הפאזה.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הפלט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וקטור התחלה ומטריצת קצבים — התפלגות פאזה מלאה.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הבחירה החשובה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יותר שלבים — התאמה מדויקת יותר, אבל זמן ריצה ארוך יותר.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‪EM fits with 5, 10, 15 and 20 phases‬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ההתאמה לפי מספר השלבים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232" y="1828800"/>
            <a:ext cx="740923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חמישה שלבים לא מספיקים — השיא השמאלי נבלע. עשרה כבר קרובים, ומחמישה־עשר ההתאמה כמעט מושלמת.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‪EM runtime vs. number of phases‬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המחיר: זמן ריצה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68" y="1828800"/>
            <a:ext cx="7155758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שנייה אחת לחמישה שלבים, ויותר משבע דקות לעשרים. הזמן גדל בערך כמו חזקה רביעית של מספר השלבים.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‪Does the fit matter?‬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האם ההתאמה משנה את תוצאות הסימולציה?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11 · התאמת התפלגויות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experiment · 2,000,000 customers per run‬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הניסוי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המערכת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תור יחיד עם שרת אחד. הגעות פואסון בקצב 0.9 — עומס של 90%.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זמני השירות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פעם מההתפלגות האמיתית, ופעם מכל אחת מההתפלגויות שהתאמנו.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אותן הגעות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הריצות משתמשות באותם זמני הגעה — כך ההבדלים נובעים רק מזמני השירות.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ההשוואה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התפלגות מספר הלקוחות במערכת, וזמן ההמתנה הממוצע.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‪Sum of absolute errors‬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מדד השגיאה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814" y="1783080"/>
            <a:ext cx="5170067" cy="1280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24612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73551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סכום השגיאות המוחלטות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לכל מספר לקוחות — כמה ההסתברות מהסימולציה עם ההתאמה רחוקה מהאמיתית.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8244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09872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אפס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התאמה מושלמת.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1876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46192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שתיים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הערך המקסימלי — שתי התפלגויות שאין ביניהן שום חפיפה.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65" y="2125979"/>
            <a:ext cx="33648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60127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ההגעה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הלקוחות שמגיעים ליחידת זמן. בדוגמה: 0.9.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x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484" y="3268979"/>
            <a:ext cx="372667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54096"/>
            <a:ext cx="456509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ממוצע המדגם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הממוצע של זמני השירות שנמדדו.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mu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683" y="4411980"/>
            <a:ext cx="31746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97096"/>
            <a:ext cx="4620291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השירות שנאמד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הכובע מסמן אומדן מהנתונים, לא ערך אמיתי.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659" y="2125979"/>
            <a:ext cx="34734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1911095"/>
            <a:ext cx="459041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השלבים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גודל התפלגות הפאזה שהאלגוריתם מתאים.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pi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516" y="3268979"/>
            <a:ext cx="535483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3054096"/>
            <a:ext cx="440227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ההסתברות האמיתית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חלק הזמן שבו יש בדיוק כך וכך לקוחות במערכת.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pi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547" y="4411980"/>
            <a:ext cx="483452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4197096"/>
            <a:ext cx="445430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ההסתברות מההתאמה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אותו מדד, מסימולציה עם ההתפלגות שהתאמנו.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‪Queue-length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מספר הלקוחות במערכת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eue_p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61" y="1828800"/>
            <a:ext cx="8338971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ההתאמה המעריכית ממעיטה במצבים עם מעט לקוחות ומגזימה בזנב. עשרים שלבים כמעט חופפים לאמת.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‪Mean wait: exact formula from each fit · SAE: from simulation‬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התוצאות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047" y="21031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‪Distribution‬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‪SCV‬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‪Error‬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‪SAE‬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‪True (43 phases)‬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5.81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‪Exponential‬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9.07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+56%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‪PH, 5 phases‬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6.61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‪PH, 10 phases‬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6.12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+5%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‪PH, 15 phases‬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5.91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‪PH, 20 phases‬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5.85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לכל ההתאמות אותה תוחלת. ההבדל כולו במקדם השונות — וההתאמה המעריכית טועה ב-56% בזמן ההמתנה.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אפשר ללמוד מכאן?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התוחלת לא מספיקה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ההתאמה המעריכית קלעה בדיוק לתוחלת — ובכל זאת טעתה בחצי מזמן ההמתנה.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מקדם השונות קובע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ככל שמקדם השונות של ההתאמה קרוב לאמיתי — כך זמן ההמתנה קרוב לאמיתי.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עומס גבוה מגדיל טעויות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בעומס של 90%, הבדל קטן בשונות של זמן השירות הופך להבדל גדול בתור.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כמה שלבים צריך?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עשרה עד חמישה־עשר כבר נותנים שגיאה של כמה אחוזים — עשרים הם כבר מותרות.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הקלט קובע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התפלגות קלט שגויה נותנת תוצאות סימולציה שגויות — גם אם התוחלת נכונה.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התאמה פרמטרית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פשוטה ומהירה, אבל רק אם המשפחה שבחרנו מתאימה לנתונים.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האמפירית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בלי הנחות, אבל לא יוצאת מגבולות מה שכבר נמדד.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פאזה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גמישה ומדויקת — במחיר של זמן ריצה שגדל מהר עם מספר השלבים.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בודקים בסוף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משווים את מדדי התור, לא רק את צורת ההיסטוגרמה.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11 · התאמת התפלגויות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