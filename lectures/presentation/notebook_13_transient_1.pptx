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E07A2F"/>
                </a:solidFill>
                <a:latin typeface="Calibri"/>
                <a:cs typeface="Calibri"/>
              </a:rPr>
              <a:t>שיעור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 lang="he-IL">
                <a:solidFill>
                  <a:srgbClr val="FFFFFF"/>
                </a:solidFill>
                <a:latin typeface="Calibri"/>
                <a:cs typeface="Calibri"/>
              </a:rPr>
              <a:t>ניתוח תלוי זמן של מערכות תורים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C7D8E6"/>
                </a:solidFill>
                <a:latin typeface="Calibri"/>
                <a:cs typeface="Calibri"/>
              </a:rPr>
              <a:t>כשהמערכת לא מגיעה למצב יציב — מה קורה בכל רגע ורגע?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13 · Transient analysis‬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מצב יציב מול תלות בזמן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למה לפעמים לא מעניין אותנו מה קורה בטווח הארוך.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ברגע נתון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כמה לקוחות יהיו במערכת חמש דקות אחרי הפתיחה?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קצבים שמשתנים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עומס שמשתנה לאורך היממה — ומה קורה לתור.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החלטה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באילו שעתיים כדאי להכפיל את קצב השירות?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‪Steady state vs. transient‬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מצב יציב מול ניתוח תלוי זמן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עד עכשיו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ניתחנו מערכות אחרי שהתייצבו — ההתפלגות של התור כבר לא משתנה.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במציאות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מערכות נפתחות ריקות, העומס משתנה במשך היום, ולפעמים הן לא מתייצבות אף פעם.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השאלה החדשה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מה ההתפלגות של מספר הלקוחות בכל רגע — כפונקציה של הזמן?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הכלי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הרבה ריצות שמתחילות באותו מצב, ומודדים כולן באותם רגעים.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 queue that starts empty · λ = μ = 1‬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בעיה: חמש הדקות הראשונות במפעל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המצב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קו הייצור מתחיל לעבוד ברגע שהמפעל נפתח, כשהמערכת ריקה.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הסכנה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אם יצטברו יותר מ-10 מוצרים בהמתנה — אין להם מקום פיזי על הקו.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המודל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הגעות פואסון בקצב 1, ושירות מעריכי בקצב 1 — עומס של 100%.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השאלה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מה ההתפלגות של מספר המוצרים אחרי 5 דקות? ומה ההסתברות ליותר מ-10?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‪Independent replications‬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איך עונים על זה בסימולציה?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ריצה אחת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נותנת מסלול אחד בלבד — מימוש אחד של התהליך.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הרבה ריצות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מריצים 5,000 פעמים, כל פעם מזמן 0 עם מערכת ריקה.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מדידה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בכל ריצה רושמים כמה לקוחות היו במערכת בדיוק בזמן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שכיחות יחסית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סופרים כמה ריצות נגמרו עם 0, 1, 2 לקוחות וכן הלאה — וזו ההתפלגות.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‪Distribution of N(5) · simulation vs. exact‬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מספר הלקוחות אחרי 5 דקות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f_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62" y="1828800"/>
            <a:ext cx="8083969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ההיסטוגרמה מתאימה יפה לערכים המדויקים. אבל בזנב — 8 ריצות מתוך 5,000, פי שניים מהערך האמיתי.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‪Rare events‬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אירועים נדירים דורשים הרבה ריצות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ההסתברות האמיתית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פחות מאחת לאלף — בערך 4 ריצות צפויות מתוך 5,000.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עם כל כך מעט פגיעות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ריצה אחת יותר או פחות משנה את האומדן בעשרות אחוזים.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הפתרון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הרבה יותר ריצות — או שיטות מיוחדות לאירועים נדירים.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המסר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כדי לאמוד הסתברות קטנה צריך מספר ריצות גדול בהרבה מאחד חלקי ההסתברות.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‪Time-varying rates‬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קצבי הגעה שמשתנים במשך היממה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13 · ניתוח תלוי זמן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‪Arrival rate by hour · service rate μ = 1 job per hour‬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בעיה: מערכת מחשוב שעובדת מסביב לשעון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30" y="1828800"/>
            <a:ext cx="8625234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48640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51383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חצי היממה הראשון בעומס מלא, אחר הצהריים רגוע, ובערב העומס חוזר ל-90%. איפה צוואר הבקבוק?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‪P(N(t) = k) · 10,000 runs‬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ההסתברות לכל מספר לקוחות, שעה אחרי שעה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f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42" y="1828800"/>
            <a:ext cx="7822011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בבוקר המערכת מתמלאת. בצהריים, כשהעומס יורד — ההסתברות למערכת ריקה עולה שוב.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‪E[N(t)] · simulation vs. exact‬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תוחלת מספר הלקוחות לאורך היממה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071" y="1828800"/>
            <a:ext cx="8115552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התור גדל כל הבוקר ומגיע לשיא של 3.45 בצהריים. הקו המקווקו — הפתרון המדויק — כמעט מתלכד עם הסימולציה.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אומר כל סימון?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la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072" y="2125979"/>
            <a:ext cx="814079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1911095"/>
            <a:ext cx="41236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קצב ההגעה בזמן נתון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לפי שעות היממה.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m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327" y="3268979"/>
            <a:ext cx="794824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2512" y="3054096"/>
            <a:ext cx="4142935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קצב השירות בזמן נתון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כאן 1 לשעה — אלא אם מכפילים אותו.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655" y="4411980"/>
            <a:ext cx="857496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4197096"/>
            <a:ext cx="4080263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מספר הלקוחות ברגע נתון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משתנה מקרי — בכל ריצה מקבלים ערך אחר.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74519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_p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067" y="2125979"/>
            <a:ext cx="2141932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1911095"/>
            <a:ext cx="27958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ההתפלגות ברגע נתון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חלק הריצות שבהן היו בדיוק כך וכך לקוחות.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ym_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9456" y="3268979"/>
            <a:ext cx="1425543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3054096"/>
            <a:ext cx="351221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התוחלת ברגע נתון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הממוצע על פני כל הריצות באותו רגע.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ym_a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728" y="4411980"/>
            <a:ext cx="1019271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4197096"/>
            <a:ext cx="391848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הממוצע היומי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ממוצע התוחלות בכל השעות העגולות.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‪When to add capacity?‬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באילו שעתיים להכפיל את קצב השירות?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13 · ניתוח תלוי זמן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‪Five alternatives‬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חמש חלופות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ההנהלה מאשרת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להכפיל את קצב השירות לשעתיים ביום.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החלופות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חצות עד 2, 4 עד 6, 10 עד 12, 12 עד 14, או 20 עד 22.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המדד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הממוצע היומי של תוחלת מספר הלקוחות במערכת.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השיטה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10,000 ריצות לכל חלופה — ובדיקה מול הפתרון המדויק.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‪E[N(t)] for each alternative‬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תוחלת מספר הלקוחות בכל חלופה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tion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98" y="1828800"/>
            <a:ext cx="7892098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כל הכפלה מורידה את התור מיד — אבל השאלה היא כמה זמן ההשפעה נשארת.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‪Daily average of E[N(t)]‬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הממוצע היומי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tion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00" y="1828800"/>
            <a:ext cx="7926894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5778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6052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ארבע עד שש בבוקר מנצחת — אבל עשר עד שתים־עשרה כמעט זהה: 1.88 מול 1.89.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‪Daily average of E[N(t)] · 10,000 runs per alternative‬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התוצאות במספרים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06727" y="2103120"/>
          <a:ext cx="8778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‪Doubled μ‬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‪Simulation‬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‪Exact‬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‪Peak E[N(t)]‬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‪none‬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2.26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00–02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3.29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04–06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2.89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10–12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1.89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1.88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3.09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12–14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1.96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3.42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20–22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3.45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71500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ההבדל בין שתי החלופות הטובות קטן מאוד — כאן הפתרון המדויק עוזר להכריע.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‪Interpretation‬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למה דווקא בבוקר?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עומס מלא אינו מתאושש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כשקצב ההגעה שווה לקצב השירות, לתור אין נטייה להתרוקן מעצמו.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ולכן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מה שמנקים מוקדם נשאר נקי עד הצהריים — ההשפעה נמשכת שעות.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חצות עד 2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מוקדם מדי: המערכת כמעט ריקה, והקיבולת הנוספת מתבזבזת.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10 עד 12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מוריד את השיא — אבל ההשפעה נמשכת פחות שעות.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20 עד 22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מאוחר מדי: נותרו רק שעתיים עד סוף היממה.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ניתוח תלוי זמן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שואל מה קורה בכל רגע — לא רק בטווח הארוך.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השיטה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הרבה ריצות בלתי תלויות מאותו מצב התחלתי, ומדידה בכל רגע שמעניין אותנו.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אירועים נדירים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דורשים הרבה מאוד ריצות כדי לאמוד אותם בדיוק.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תזמון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אותה תוספת קיבולת שווה הרבה יותר או הרבה פחות — לפי מתי מוסיפים אותה.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13 · ניתוח תלוי זמן  ·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