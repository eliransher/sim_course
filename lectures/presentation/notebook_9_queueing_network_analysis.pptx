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E07A2F"/>
                </a:solidFill>
                <a:latin typeface="Calibri"/>
                <a:cs typeface="Calibri"/>
              </a:rPr>
              <a:t>שיעור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 lang="he-IL">
                <a:solidFill>
                  <a:srgbClr val="FFFFFF"/>
                </a:solidFill>
                <a:latin typeface="Calibri"/>
                <a:cs typeface="Calibri"/>
              </a:rPr>
              <a:t>אופטימיזציה של מערכות תורים בעזרת סימולציה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C7D8E6"/>
                </a:solidFill>
                <a:latin typeface="Calibri"/>
                <a:cs typeface="Calibri"/>
              </a:rPr>
              <a:t>שלוש בעיות תכנון — ופתרון של כל אחת מהן בעזרת השוואת חלופות בסימולציה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9 · Optimization by simulation‬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דוגמה 1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איזה חלק מהלקוחות לשלוח לכל אחת משתי תחנות?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דוגמה 2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כמה שרתים איטיים וכמה מהירים להעסיק תחת מגבלת תקציב?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דוגמה 3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איך לחלק 7 שרתים בין תחנות של קו ייצור כדי למקסם תפוקה?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המכנה המשותף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כל התשובות מגיעות מסימולציה — בלי נוסחאות סגורות.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‪Non-Markovian inputs‬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המערכות כאן אינן מרקוביות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זמני ביניים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מוגרלים מראש מהתפלגות לוג־נורמלית — לא אקספוננציאלית.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זמני שירות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גם הם מוגרלים מראש, ולכל תחנה התפלגות משלה.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התוצאות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כל מדד שנראה — זמן המתנה, אחוזון, תפוקה — נמדד בסימולציה.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ולכן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אין כאן נוסחה סגורה שאפשר להציב בה — הסימולציה היא הכלי.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‪Workflow‬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תהליך העבודה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מבנה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מגדירים את מבנה מערכת התורים.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החלטות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מגדירים מה מותר לשנות, ומה רוצים לשפר.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קלטים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מגרילים מראש את הקלטים — אותם קלטים לכל החלופות.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הרצה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מריצים סימולציה לכל חלופה.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השוואה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משווים את המדדים ובוחרים את התכנון הטוב ביותר.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‪Common random numbers‬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למה אותם קלטים לכל החלופות?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השוואה הוגנת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כל החלופות פוגשות בדיוק את אותם לקוחות, באותם זמנים, עם אותם זמני שירות.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הרעש מתבטל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ההבדל בין שתי חלופות נובע מההחלטה עצמה — לא ממזל של הגרלה.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‪Common random numbers‬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השם המקובל לטכניקה הזאת בספרות הסימולציה.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‪Example 1 · Flow split‬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דוגמה 1: פיצול זרימה בין שתי תחנות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9 · אופטימיזציה בעזרת סימולציה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‪Architecture‬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איזה חלק מהלקוחות לשלוח לתחנה הראשונה?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t_spli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22" y="1828800"/>
            <a:ext cx="695925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3035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3309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התחנה הראשונה מהירה יותר. כל לקוח נשלח אליה בהסתברות מסוימת, ואחרת — לתחנה השנייה.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‪Formulation‬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ניסוח הבעיה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lit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143" y="1783080"/>
            <a:ext cx="8979408" cy="914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880360"/>
            <a:ext cx="10543032" cy="7315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07792"/>
            <a:ext cx="9966960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משתנה ההחלטה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החלק מהלקוחות שנשלח לתחנה הראשונה. השאר הולכים לשנייה.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40"/>
            <a:ext cx="10543032" cy="73151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76472"/>
            <a:ext cx="9966960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פונקציית המטרה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זמן ההמתנה הממוצע שהתקבל בסימולציה — אותו רוצים למזער.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10543032" cy="7315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645152"/>
            <a:ext cx="9966960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מדד משלים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אחוזון 90 של זמן ההמתנה: רק 10% מהלקוחות מחכים יותר ממנו.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86400"/>
            <a:ext cx="10543032" cy="73151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513832"/>
            <a:ext cx="9966960" cy="676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למה עוד מדד?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פתרון טוב בממוצע יכול להסתיר קבוצה קטנה שמחכה הרבה מאוד.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‪Simulation results‬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זמן ההמתנה כפונקציה של הפיצול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lit_re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96" y="1828800"/>
            <a:ext cx="7572903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שימו לב לסקאלה הלוגריתמית. מעט מדי לתחנה הראשונה — השנייה קורסת. המינימום בערך 0.6.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‪Top splits by mean wait‬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חמשת הפיצולים הטובים ביותר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247" y="2103120"/>
          <a:ext cx="960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‪To S1‬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‪Mean wait‬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‪P90 wait‬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‪Visits S1‬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‪Visits S2‬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0.709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2.171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1,494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1,006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2.352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1,613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887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2.528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1,360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1,140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2.465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1,745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755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1.015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3.131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1,247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1,253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8064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521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הפיצול הטוב ביותר לפי הממוצע הוא גם הטוב ביותר לפי אחוזון 90 — אין כאן בעיה בזנב.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‪Interpretation‬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למדנו מהדוגמה הראשונה?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לא הכול לתחנה המהירה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אם שולחים אליה יותר מדי לקוחות — היא עצמה הופכת לצוואר בקבוק.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האיזון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התחנה המהירה מקבלת 60% — יותר מחצי, אבל רחוק מהכול.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מוצאת את נקודת האיזון בלי נוסחה, גם כשההתפלגויות אינן אקספוננציאליות.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‪Example 2 · Server mix‬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דוגמה 2: תמהיל שרתים איטיים ומהירים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9 · אופטימיזציה בעזרת סימולציה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‪Architecture‬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תור אחד, שני סוגי שרתים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t_mix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903" y="1828800"/>
            <a:ext cx="8493888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3035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3309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שרת איטי זול יותר אבל לוקח יותר זמן. שרת מהיר יקר פי 3 — ומהיר כמעט פי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‪Ks = 2  ·  Kf = 6  ·  B = 12  ·  h = 3‬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ניסוח הבעיה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x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90" y="1783080"/>
            <a:ext cx="10428514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42900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45643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עלות כוח אדם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כמה עולים השרתים שבחרנו — חייבת להיכנס בתקציב.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0436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43179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עלות המתנה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זמן ההמתנה הממוצע מהסימולציה, כפול מחיר ליחידת המתנה.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79720"/>
            <a:ext cx="10543032" cy="838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407152"/>
            <a:ext cx="9966960" cy="783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המתח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יותר קיבולת עולה יותר כסף — פחות קיבולת מייקרת את ההמתנה.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אומר כל סימון?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940" y="2108835"/>
            <a:ext cx="481211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1911095"/>
            <a:ext cx="4456548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השרתים האיטיים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החלטה — מספר שלם שאנחנו בוחרים.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98322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558" y="3217545"/>
            <a:ext cx="477593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2512" y="3019806"/>
            <a:ext cx="4460166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השרתים המהירים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החלטה — מספר שלם שאנחנו בוחרים.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09193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8523" y="4326254"/>
            <a:ext cx="524628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4128515"/>
            <a:ext cx="4413131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עלות של שרת איטי אחד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פרמטר קבוע. בדוגמה: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5200650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_K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141" y="5434965"/>
            <a:ext cx="52101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5237226"/>
            <a:ext cx="4416749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עלות של שרת מהיר אחד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פרמטר קבוע. בדוגמה: 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7451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ym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332" y="2108835"/>
            <a:ext cx="372667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1911095"/>
            <a:ext cx="4565092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התקציב הכולל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סך עלות השרתים לא יעלה עליו. בדוגמה: 12.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8322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ym_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659" y="3217545"/>
            <a:ext cx="34734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3019806"/>
            <a:ext cx="4590419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מחיר ההמתנה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כמה עולה יחידת זמן המתנה ממוצעת. בדוגמה: 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9193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Wq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294" y="4326254"/>
            <a:ext cx="530705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360" y="4128515"/>
            <a:ext cx="4407054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זמן ההמתנה הממוצע בתור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נמדד בסימולציה. הכובע מסמן אומדן, לא ערך מדויק.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00650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ym_J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1931" y="5434965"/>
            <a:ext cx="293068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360" y="5237226"/>
            <a:ext cx="4644691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פונקציית המטרה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עלות השרתים ועוד עלות ההמתנה — אותה ממזערים.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‪Simulation results‬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ערך פונקציית המטרה לכל תמהיל אפשרי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x_re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594" y="1828800"/>
            <a:ext cx="7798506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סקאלה לוגריתמית: קיבולת חסרה מייקרת את המטרה פי מאות. ארבעת התמהילים העליונים קרובים מאוד.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‪Top server mixes by J‬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חמשת התמהילים הטובים ביותר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20927" y="2103120"/>
          <a:ext cx="10149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  <a:gridCol w="1691640"/>
                <a:gridCol w="1691640"/>
              </a:tblGrid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‪Slow‬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‪Fast‬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‪Staffing cost‬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‪Mean wait‬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‪P90 wait‬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‪J‬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1.456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13.45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0.627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1.634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13.88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1.314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3.860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13.94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2.364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5.051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17.09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43.59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77.26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138.76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8064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521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התמהיל המעורב מנצח. ההפרשים בין שלושת הראשונים קטנים — כדאי לאמת עם כמה ריצות.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‪Interpretation‬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למדנו מהדוגמה השנייה?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רק שרתים איטיים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זול, אבל צריך הרבה מהם כדי שההמתנה לא תתפוצץ.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רק שרתים מהירים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שירות טוב, אבל התקציב נגמר מהר.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תמהיל מעורב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שלושה איטיים ומהיר אחד — העלות הכוללת הנמוכה ביותר.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סף קיבולת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ירידה קטנה מתחת לקיבולת הנדרשת מזניקה את ההמתנה פי עשרות.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‪Example 3 · Throughput‬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דוגמה 3: מקסום תפוקה בקו ייצור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9 · אופטימיזציה בעזרת סימולציה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‪Architecture‬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קו ייצור עם מלאי חומר גלם אינסופי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t_t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87" y="1828800"/>
            <a:ext cx="96695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02920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5663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אין הגעות חיצוניות. ברגע ששרת בתחנה הראשונה מתפנה — הוא מתחיל מיד מוצר חדש.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 = 15,000‬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ניסוח הבעיה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p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83080"/>
            <a:ext cx="10972800" cy="9550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920963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48395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משתני ההחלטה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מספר השרתים בכל אחת מארבע התחנות.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2523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999955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פונקציית המטרה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מספר המוצרים שיצאו מהתחנה האחרונה עד סוף האופק, חלקי אורך האופק.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24083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051515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מה מגביל את התפוקה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לא הביקוש — אלא הקיבולת של התחנות וצווארי הבקבוק ברשת.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אומר כל סימון?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468" y="2108835"/>
            <a:ext cx="495683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1911095"/>
            <a:ext cx="4442076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השרתים בתחנה הראשונה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החלטה — לפחות שרת אחד.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98322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086" y="3217545"/>
            <a:ext cx="492065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2512" y="3019806"/>
            <a:ext cx="4445694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השרתים בתחנה השנייה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החלטה — לפחות שרת אחד.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09193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850" y="4326254"/>
            <a:ext cx="499301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4128515"/>
            <a:ext cx="4438458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השרתים בתחנה השלישית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החלטה — לפחות שרת אחד.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5200650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_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6613" y="5434965"/>
            <a:ext cx="506538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5237226"/>
            <a:ext cx="4431221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השרתים בתחנה האחרונה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החלטה. ממנה המוצרים יוצאים מהקו.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7451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ym_to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535" y="2108835"/>
            <a:ext cx="1188464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1911095"/>
            <a:ext cx="3749295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סך כל השרתים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פרמטר קבוע — מחלקים 7 שרתים בין ארבע התחנות.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8322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ym_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0623" y="3217545"/>
            <a:ext cx="394376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3019806"/>
            <a:ext cx="4543383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אופק הסימולציה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כמה זמן מריצים את קו הייצור. בדוגמה: 15,000.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9193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N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6693" y="4326254"/>
            <a:ext cx="1418306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360" y="4128515"/>
            <a:ext cx="3519453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המוצרים שהושלמו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כמה מוצרים יצאו מהקו עד סוף האופק.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00650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ym_thr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6891" y="5434965"/>
            <a:ext cx="728108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360" y="5237226"/>
            <a:ext cx="4209651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התפוקה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מוצרים שהושלמו ליחידת זמן — אותה ממקסמים.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‪Simulation results‬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התפוקה לפי הקצאת השרתים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p_re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467" y="1828800"/>
            <a:ext cx="7478759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שלוש מדרגות: שני שרתים בתחנה הראשונה (ירוק), שרת אחד בה (כחול), שרת אחד בתחנה האחרונה (כתום).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‪WIP = work in process‬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תפוקה ומלאי בתהליך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40967" y="2103120"/>
          <a:ext cx="9509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2377440"/>
              </a:tblGrid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‪(S1, S2, S3, S4)‬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‪Throughput‬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‪Completed‬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‪WIP at 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(2, 2, 1, 2)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2.242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33,623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14,735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(2, 1, 2, 2)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2.241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33,620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14,738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(2, 1, 1, 3)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2.239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33,591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14,767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(3, 1, 1, 2)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2.233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33,493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39,113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(1, 2, 1, 3)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1.607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24,099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(1, 3, 2, 1)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1.117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16,757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7,348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71500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שלוש ההקצאות העליונות כמעט זהות. אבל בכולן נצברים כ-15,000 מוצרים בתוך הקו.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‪Bottlenecks‬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איפה צוואר הבקבוק?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שרת אחד בתחנה הראשונה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היא צוואר הבקבוק — כ-1.6 מוצרים ליחידת זמן, והקו כמעט ריק.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שני שרתים בתחנה הראשונה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היא מייצרת יותר מכפי שההמשך מסוגל לקלוט — צוואר הבקבוק עובר הלאה.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שרת שלישי בתחנה הראשונה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לא מוסיף תפוקה — רק מגדיל את המלאי שנערם בתוך הקו.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הקשר לשיעור הקודם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תפוקה מקסימלית עם מלאי שגדל בלי הגבלה — מבחינת תורים זו מערכת לא יציבה.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מבנה קבוע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מגדירים מראש את הארכיטקטורה, את משתני ההחלטה ואת פונקציית המטרה.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אותם קלטים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כל החלופות נבדקות על אותם מימושים — כך ההשוואה הוגנת.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יותר ממדד אחד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ממוצע, אחוזון 90, תפוקה ומלאי בתהליך — כל אחד מספר חלק מהסיפור.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סימולציה כמנוע אופטימיזציה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עובדת גם כשאין נוסחה סגורה, וגם כשההתפלגויות אינן מרקוביות.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9 · אופטימיזציה בעזרת סימולציה  ·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