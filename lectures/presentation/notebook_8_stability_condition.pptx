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E07A2F"/>
                </a:solidFill>
                <a:latin typeface="Calibri"/>
                <a:cs typeface="Calibri"/>
              </a:rPr>
              <a:t>שיעור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 lang="he-IL">
                <a:solidFill>
                  <a:srgbClr val="FFFFFF"/>
                </a:solidFill>
                <a:latin typeface="Calibri"/>
                <a:cs typeface="Calibri"/>
              </a:rPr>
              <a:t>תנאי יציבות ברשתות תורים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C7D8E6"/>
                </a:solidFill>
                <a:latin typeface="Calibri"/>
                <a:cs typeface="Calibri"/>
              </a:rPr>
              <a:t>משוואות תנועה, לולאות משוב, ובדיקת יציבות בעזרת סימולציה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8 · Stability‬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מהי מערכת יציבה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קצב ההגעה חייב להיות קטן מקצב השירות.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כמה זרמי הגעה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קצב ההגעה האפקטיבי לכל תחנה — משוואות התנועה.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לולאת משוב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לקוחות שחוזרים לתחנה שכבר ביקרו בה.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בדיקה בסימולציה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מערכת יציבה מול מערכת לא יציבה — מה רואים בזמני ההמתנה.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‪λ: arrival rate  ·  μ: service rate per server  ·  k: servers‬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מהי מערכת יציבה?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ho_si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831" y="1783080"/>
            <a:ext cx="8468032" cy="1188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15468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8211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למה זה חשוב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בסימולציה סטציונרית חייבים לוודא קודם שהמערכת יציבה.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23367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שרת יחיד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קצב ההגעה קטן מקצב השירות — הנוסחה השמאלית.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5780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28523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כמה שרתים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קצב ההגעה קטן מסך קצב השירות של כל השרתים — הנוסחה הימנית.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‪Two stations, two streams‬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ומה קורה כשיש כמה זרמי הגעה?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bility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7" y="1828800"/>
            <a:ext cx="5892799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02920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5663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לכל תחנה יש הגעות מבחוץ, ולקוחות יכולים לעבור מתחנה לתחנה אחרי השירות.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‪r: external rate  ·  λ: effective rate  ·  p: routing probability‬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משוואות התנועה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110" y="1783080"/>
            <a:ext cx="3751473" cy="1188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154680"/>
            <a:ext cx="10543032" cy="6629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82112"/>
            <a:ext cx="9966960" cy="608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קצב חיצוני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כמה לקוחות מגיעים לתחנה ישירות מבחוץ.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54780"/>
            <a:ext cx="10543032" cy="66293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982212"/>
            <a:ext cx="9966960" cy="608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קצב אפקטיבי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כמה לקוחות מגיעים לתחנה בפועל — מבחוץ ומתחנות אחרות.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80"/>
            <a:ext cx="10543032" cy="6629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82312"/>
            <a:ext cx="9966960" cy="608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הסתברות מעבר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ההסתברות שלקוח שסיים שירות בתחנה אחת יעבור לתחנה אחרת.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54979"/>
            <a:ext cx="10543032" cy="66293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582412"/>
            <a:ext cx="9966960" cy="608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הרעיון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מה שנכנס לתחנה = הגעות מבחוץ + כל מה שמנותב אליה מהתחנות האחרות.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‪Solving for effective rates‬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שתי תחנות: שתי משוואות, שני נעלמים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wo_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03" y="1783080"/>
            <a:ext cx="9076088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97764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00507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מציבים ופותרים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מוצאים קודם את קצב התחנה השנייה, ואז את קצב התחנה הראשונה.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056632"/>
            <a:ext cx="996696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שלוש תחנות ומעלה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אותו מבנה בדיוק — משוואה אחת לכל תחנה.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‪p₁₂ = 0.5,  p₂₁ = 0‬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דוגמה: הקצב החיצוני לא מספר את כל הסיפור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66647" y="2103120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‪r‬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‪λ (effective)‬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‪μ‬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‪ρ = λ / μ‬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443484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80559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חצי מהלקוחות של התחנה הראשונה ממשיכים לשנייה. העומס בתחנה השנייה גדול מ-1 — המערכת לא יציבה.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‪Feedback loop‬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לולאת משוב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8 · תנאי יציבות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‪Feedback loop network‬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רשת עם שלוש תחנות ולולאת משוב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edback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444" y="1828800"/>
            <a:ext cx="5852805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החצים המקווקווים מחזירים לקוחות לתחנה הראשונה. מסלול אפשרי: ראשונה → שנייה → שלישית → ראשונה.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‪Matrix form‬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משוואות התנועה בכתיב מטריציוני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432" y="1783080"/>
            <a:ext cx="6542829" cy="1600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566160"/>
            <a:ext cx="10543032" cy="56006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593592"/>
            <a:ext cx="9966960" cy="5052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מטריצת המעבר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ההסתברויות לעבור בין התחנות, בלי עמודת היציאה.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63390"/>
            <a:ext cx="10543032" cy="56006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290822"/>
            <a:ext cx="9966960" cy="5052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פותרים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מערכת משוואות ליניארית אחת — ומקבלים את כל הקצבים האפקטיביים יחד.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60620"/>
            <a:ext cx="10543032" cy="56006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988052"/>
            <a:ext cx="9966960" cy="5052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נצילות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הקצב האפקטיבי חלקי מספר השרתים כפול קצב השירות של שרת אחד.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57850"/>
            <a:ext cx="10543032" cy="56006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685282"/>
            <a:ext cx="9966960" cy="5052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תנאי היציבות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הנצילות בכל אחת מהתחנות קטנה מ-1.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‪Routing matrix‬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מטריצת המעבר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3847" y="210312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‪S3‬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‪EXIT‬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‪S3‬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07492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הגעות חיצוניות: 0.55 לתחנה הראשונה, 0.10 לשנייה, ואין הגעות חיצוניות לשלישית.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‪Stable example‬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דוגמה יציבה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3767" y="2103120"/>
          <a:ext cx="1042415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59"/>
                <a:gridCol w="1737359"/>
                <a:gridCol w="1737359"/>
                <a:gridCol w="1737359"/>
                <a:gridCol w="1737359"/>
                <a:gridCol w="1737364"/>
              </a:tblGrid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‪r‬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‪λ (effective)‬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‪μ‬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‪ρ‬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‪Stable?‬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0.623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0.499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‪S3‬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0.335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07492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לתחנה השלישית אין הגעות חיצוניות כלל — ובכל זאת היא מקבלת 0.302 לקוחות ליחידת זמן.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‪Unstable example‬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דוגמה לא יציבה: אותו ניתוב, שירות איטי יותר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83767" y="2103120"/>
          <a:ext cx="1042415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59"/>
                <a:gridCol w="1737359"/>
                <a:gridCol w="1737359"/>
                <a:gridCol w="1737359"/>
                <a:gridCol w="1737359"/>
                <a:gridCol w="1737364"/>
              </a:tblGrid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‪r‬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‪λ (effective)‬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‪μ‬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‪ρ‬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‪Stable?‬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‪S1‬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1.068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‪S2‬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1.219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‪S3‬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0.503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07492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הקצבים האפקטיביים לא השתנו — הם תלויים רק בהגעות ובניתוב. מספיקה תחנה אחת עם עומס מעל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‪Key point‬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חשוב לזכור על לולאות משוב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ביקורים חוזרים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לקוח יכול לבקר באותה תחנה יותר מפעם אחת.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ולכן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הקצב האפקטיבי לתחנה יכול להיות גדול בהרבה מהקצב החיצוני אליה.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לא מספיק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לבדוק רק את ההגעות החיצוניות מול קצבי השירות.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הדרך הנכונה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פותרים את משוואות התנועה, ורק אז בודקים את העומס בכל תחנה.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‪Checking stability by simulation‬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בדיקת יציבות בעזרת סימולציה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8 · תנאי יציבות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‪Why simulate?‬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למה לבדוק גם בסימולציה?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השיטה האנליטית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היא היעילה ביותר — כשאפשר להשתמש בה.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וידוא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בדיקה עצמאית למקרה שטעינו בחישוב.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מערכות מסובכות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שרתים שיוצאים להפסקות, ניתוב תלוי מצב ועוד — שם המשוואות לא תקפות.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‪What instability looks like‬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איך נראית מערכת לא יציבה?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התור תופח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הלקוחות מגיעים מהר יותר ממה שהשרתים מסוגלים לשרת.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מערכת יציבה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תוחלת זמן ההמתנה מתייצבת ונשארת קבועה לאורך זמן.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מערכת לא יציבה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תוחלת זמן ההמתנה ממשיכה לגדול ככל שהזמן עובר.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מה מודדים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את ממוצע זמן ההמתנה המצטבר עד כל נקודת זמן — ובודקים אם הוא מתייצב.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‪Experiment‬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הניסוי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שתי ריצות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אותה רשת עם לולאת המשוב — פעם עם השירות המהיר ופעם עם השירות האיטי.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אופק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הגעות חיצוניות עד זמן 3,000, ואז ממשיכים עד שהמערכת מתרוקנת.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המדד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ממוצע זמן ההמתנה המצטבר, לפי זמן ההגעה לתחנה.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‪Stable vs. unstable‬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זמן המתנה ממוצע מצטבר לאורך הסימולציה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iting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644" y="1828800"/>
            <a:ext cx="7888405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היציבה מתייצבת סביב 1.2. הלא יציבה מגיעה ל-131 בסוף הריצה — ועדיין ממשיכה לטפס.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‪After stopping arrivals at t = 3,000‬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סיכום הסימולציה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327" y="2103120"/>
          <a:ext cx="10607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‪System‬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‪Station visits‬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‪External customers‬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‪Empty at time‬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‪Stable‬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4,810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1,958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3,002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‪Unstable‬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4,838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1,974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3,797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443484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480559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אותו מספר לקוחות בערך — אבל המערכת הלא יציבה צריכה כ-800 יחידות זמן נוספות כדי להתרוקן.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תנאי היציבות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העומס בכל תחנה קטן מ-1.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קצב אפקטיבי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ברשת — פותרים את משוואות התנועה כדי לדעת כמה באמת מגיעים לכל תחנה.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לולאות משוב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ביקורים חוזרים מגדילים את העומס מעבר למה שההגעות החיצוניות מרמזות.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בסימולציה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זמן המתנה ממוצע שמתייצב — יציבה. זמן המתנה שממשיך לטפס — לא יציבה.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8 · תנאי יציבות  ·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