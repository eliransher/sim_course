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הגרלת מספרים במחשב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מפסאודו־אקראיות, דרך ההתפלגות האחידה — לכל התפלגות שנרצה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12 · Pseudo-random numbers‬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מחשב לא באמת מגריל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הוא מריץ אלגוריתם דטרמיניסטי שמייצר סדרה שנראית אקראית.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ערך ההתחלה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קובע את כל הסדרה — ומאפשר לשחזר סימולציה בדיוק.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האחידה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חומר הגלם של כל ההגרלות.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מאחידה לכל התפלגות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חלוקת הקטע, הפונקציה ההפוכה, ושיטות מיוחדות.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‪Pseudo-random number generators‬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מחשב לא באמת מגריל?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מחשב הוא דטרמיניסטי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אותו מצב התחלתי ואותן הוראות — בדיוק אותה תוצאה.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אז מה הוא עושה?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מריץ אלגוריתם שמייצר סדרה שנראית אקראית, אבל אינה כזאת.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‪Pseudo-random‬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סדרה כזאת נקראת פסאודו־אקראית.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‪PRNG‬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והאלגוריתם שמייצר אותה — מחולל מספרים פסאודו־אקראיים.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 linear congruential generator · X₀ = seed‬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מחולל פשוט לדוגמה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85" y="1783080"/>
            <a:ext cx="9288725" cy="91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8803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ערך ההתחלה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הערך הראשון בסדרה. הוא קובע לחלוטין את כל מה שבא אחריו.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593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שארית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כל ערך הוא השארית מחלוקה ב-16 — ולכן תמיד בין 0 ל-15.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לא לשימוש אמיתי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המחולל קטן מדי. אבל הוא מצוין כדי להבין את הרעיון.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‪First 12 values from each seed‬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אותו ערך התחלה — אותה סדרה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43787" y="2103120"/>
          <a:ext cx="10104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39"/>
                <a:gridCol w="777251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‪seed‬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שתי הריצות עם 7 זהות לגמרי. עם 8 מקבלים סדרה אחרת — אבל שימו לב שהמספרים מוכרים.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generator's cycle‬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בעצם יש רק מעגל אחד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cg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04" y="1828800"/>
            <a:ext cx="409168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המחולל עובר על כל 16 הערכים וחוזר. ערך ההתחלה רק קובע מאיפה במעגל מתחילים.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‪Real PRNGs · NumPy default: PCG64‬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ומה עם מחוללים אמיתיים?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אותו עיקרון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גם הם מחזוריים — אבל המחזור ארוך בצורה בלתי נתפסת.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המחולל של הספרייה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מחזור באורך 2 בחזקת 128 — הרבה יותר מכל הגרלה שנעשה אי פעם.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מחולל טוב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לא רק ארוך: הסדרה עוברת מבחנים סטטיסטיים כאילו הייתה אקראית באמת.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seeds matter‬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ערך ההתחלה חשוב?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שחזור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אותו ערך התחלה ואותו מחולל — בדיוק אותה סדרה, בכל מחשב ובכל פעם.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ניפוי שגיאות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אפשר להריץ שוב בדיוק את הריצה שבה משהו השתבש.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השוואה הוגנת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שתי חלופות עם אותן הגרלות — כמו בשיעור על אופטימיזציה.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ושינוי שלו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נותן סדרה חדשה — כלומר ריצה בלתי תלויה של הסימולציה.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‪np.random.default_rng(seed).random(5)‬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אותו דבר בספרייה של פייתון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75207" y="2103120"/>
          <a:ext cx="10241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‪Generator‬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‪seed‬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‪1st‬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‪2nd‬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‪3rd‬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‪4th‬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‪5th‬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999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שני המחוללים עם אותו ערך התחלה מייצרים בדיוק את אותם מספרים.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‪From uniform to anything‬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מההתפלגות האחידה לכל התפלגות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12 · מספרים פסאודו־אקראיים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‪Uniform(0,1)‬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האחידה בין 0 ל-1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3080"/>
            <a:ext cx="10972800" cy="552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518079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5511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ההסתברות היא האורך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כל קטע מקבל הסתברות ששווה לאורכו.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69639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97071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דוגמה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ההסתברות להיות מתחת ל-0.2 היא 0.2. בין 0.4 ל-0.7 — בדיוק 0.3.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21199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648631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במיליון הגרלות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קיבלנו 0.1999 ו-0.3001, וממוצע 0.5000.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‪Histogram of U(0,1)‬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היסטוגרמה של 100,000 הגרלות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orm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71" y="1828800"/>
            <a:ext cx="811555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כל העמודות בגובה דומה — בדיוק מה שמצפים מהתפלגות אחידה.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‪Bernoulli(p)‬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מאחידה לברנולי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7" y="1783080"/>
            <a:ext cx="1040688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889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למה זה עובד?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האורך של הקטע מ-0 עד ההסתברות הרצויה שווה בדיוק להסתברות הזאת.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679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עם הסתברות 0.3 ומיליון הגרלות — קיבלנו 0.2997.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‪P(X=10) = 0.2 · P(X=20) = 0.5 · P(X=50) = 0.3‬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בדידה כללית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64" y="1783080"/>
            <a:ext cx="7250965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9476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2219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חלוקת הקטע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מחלקים את הקטע מ-0 עד 1 לחתיכות שאורכן שווה להסתברויות.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4820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7563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ההגרלה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החתיכה שבה נופלת ההגרלה האחידה קובעת את הערך.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0164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2907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במיליון הגרלות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קיבלנו 0.2003, 0.5000 ו-0.2997 — מול 0.2, 0.5 ו-0.3.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‪Inverse transform sampling‬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שיטת הפונקציה ההפוכה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77" y="1783080"/>
            <a:ext cx="9209741" cy="91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8803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הכללה של חלוקת הקטע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ההסתברויות המצטברות הן בדיוק פונקציית ההתפלגות המצטברת.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593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מגרילים ערך אחיד, ומחפשים את הנקודה שבה ההתפלגות המצטברת מגיעה אליו.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התוצאה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המשתנה שמתקבל מתפלג בדיוק לפי ההתפלגות הרצויה.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‪Exponential with λ = 2‬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שיטת הפונקציה ההפוכה בציור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rse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73" y="1828800"/>
            <a:ext cx="6503748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מגרילים ערך על הציר האנכי, הולכים ימינה עד העקומה, ויורדים לציר האופקי — זו ההגרלה.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‪Exp(λ) by inverse transform‬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דוגמה מלאה: התפלגות מעריכית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p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19" y="1783080"/>
            <a:ext cx="7617655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0332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פותרים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מציבים את ההגרלה האחידה במקום ההתפלגות המצטברת, ומחלצים את המשתנה.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8724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1467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קיצור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גם אחד פחות ערך אחיד הוא אחיד — לכן אפשר להשתמש בנוסחה הפשוטה יותר.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7116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49859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עם קצב 2 ומיליון הגרלות — ממוצע 0.4996, מול 0.5 בתיאוריה.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303" y="2125979"/>
            <a:ext cx="408848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528911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הגרלה אחידה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בין 0 ל-1 — חומר הגלם של כל ההגרלות.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X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869" y="3268979"/>
            <a:ext cx="57528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54096"/>
            <a:ext cx="436247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ערך ההתחלה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הערך שממנו המחולל מתחיל. קובע את כל הסדרה.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567" y="4411980"/>
            <a:ext cx="1074584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97096"/>
            <a:ext cx="386317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המצטברת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ההסתברות שהמשתנה קטן או שווה לערך נתון.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Fi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551" y="2125979"/>
            <a:ext cx="641448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1911095"/>
            <a:ext cx="4296311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הפונקציה ההפוכה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מקבלת הסתברות ומחזירה את הערך שמתאים לה.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l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513" y="3268979"/>
            <a:ext cx="336486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3054096"/>
            <a:ext cx="460127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הקצב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הפרמטר של ההתפלגות המעריכית. התוחלת היא אחד חלקי הקצב.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Ph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8915" y="4411980"/>
            <a:ext cx="416084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4197096"/>
            <a:ext cx="452167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הנורמלית המצטברת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של המשתנה הנורמלי הסטנדרטי. אין לה הפכית בנוסחה פשוטה.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‪Inverse transform vs. NumPy‬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הגרלה ידנית מול הפונקציה המובנית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nual_vs_num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51" y="1828800"/>
            <a:ext cx="826139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שתי ההיסטוגרמות כמעט חופפות, ושתיהן מתאימות לצפיפות האמיתית.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‪Uniform(a, b)‬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אחידה על כל קטע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2" y="1783080"/>
            <a:ext cx="1055813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889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מתיחה והזזה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מכפילים באורך הקטע ומוסיפים את נקודת ההתחלה.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679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בקטע מ-5 עד 12: ממוצע 8.4975 מול 8.5, וכל הערכים בתוך הקטע.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‪Normal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ומה עם ההתפלגות הנורמלית?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בעיקרון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אפשר להשתמש בפונקציה ההפוכה של ההתפלגות המצטברת הנורמלית.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בפועל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אין לה נוסחה פשוטה — צריך קירובים נומריים.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הפתרון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שיטות מיוחדות שעוקפות את הבעיה.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‪Box–Muller‬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דוגמה קלאסית — שתי הגרלות אחידות נותנות שני משתנים נורמליים.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‪Box–Muller transform‬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שיטת בוקס־מילר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00" y="1783080"/>
            <a:ext cx="5842493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0332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הקלט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שתי הגרלות אחידות בלתי תלויות.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8724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1467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הפלט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שני משתנים נורמליים סטנדרטיים, ובלתי תלויים זה בזה.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7116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49859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בדיקה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בחצי מיליון הגרלות — ממוצעים קרובים ל-0, ושונויות של 1.000 ו-0.997.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‪Box–Muller samples vs. N(0,1)‬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ההגרלות מול הצפיפות הנורמלית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x_mu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71" y="1828800"/>
            <a:ext cx="811555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ההיסטוגרמה של 500,000 ההגרלות יושבת בדיוק על עקומת הפעמון.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‪Under the hood‬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איך זה עובד בספרייה?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הגרלה אחידה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המחולל מייצר ביטים פסאודו־אקראיים, וממיר אותם למספר בין 0 ל-1.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התפלגויות אחרות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אותם ביטים, יחד עם אלגוריתם דגימה שמתאים לכל התפלגות.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לא תמיד פונקציה הפוכה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יש אלגוריתמים מהירים יותר לכל התפלגות — אבל העיקרון זהה.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המסר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ההתפלגות האחידה היא הדרך הנכונה להבין איך הכול נבנה.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‪Back to queues‬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בחזרה לתורים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12 · מספרים פסאודו־אקראיים  ·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‪M/M/1 · λ = 2, μ = 3 · X = −ln(U) / rate‬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קלט לתור מהגרלות אחידות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247" y="2103120"/>
          <a:ext cx="9601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‪Customer‬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‪U (arrival)‬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‪Inter-arrival‬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‪U (service)‬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‪Service‬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0.191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1.461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5321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כל זמן הוא מינוס הלוגריתם של ההגרלה האחידה, חלקי הקצב. הגרלה קטנה — זמן ארוך.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‪Reproducing a whole simulation‬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ערך התחלה אחד — סימולציה שלמה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מחולל אחד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אם כל ההגרלות בסימולציה מגיעות מאותו מחולל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ערך ההתחלה קובע הכול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את זמני ההגעה, את זמני השירות, ולכן גם את אורכי התור וזמני ההמתנה.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שחזור מלא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אותו ערך התחלה — אותה ריצה בדיוק, עד הספרה האחרונה.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ריצות בלתי תלויות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ערכי התחלה שונים — ריצות שונות, שאפשר למצע ביניהן.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פסאודו־אקראיות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המחשב מריץ אלגוריתם דטרמיניסטי, שמתחיל מערך התחלה.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מחולל טוב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מחזור ארוך מאוד, ותכונות סטטיסטיות כמו של מספרים אקראיים אמיתיים.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האחידה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אבן הבניין: חלוקת הקטע, הפונקציה ההפוכה ושיטות מיוחדות.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ערך ההתחלה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מאפשר לשחזר ניסויים ולהשוות בין מערכות בצורה הוגנת.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12 · מספרים פסאודו־אקראיים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